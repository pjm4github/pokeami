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640550" cy="9467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onent_step2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640550" cy="9467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97538" y="143827"/>
            <a:ext cx="1493519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PokeAMI — API Layer</a:t>
            </a:r>
          </a:p>
        </p:txBody>
      </p:sp>
      <p:sp>
        <p:nvSpPr>
          <p:cNvPr id="4" name="Freeform 3"/>
          <p:cNvSpPr/>
          <p:nvPr/>
        </p:nvSpPr>
        <p:spPr>
          <a:xfrm>
            <a:off x="104679" y="813244"/>
            <a:ext cx="16413099" cy="3059240"/>
          </a:xfrm>
          <a:custGeom>
            <a:avLst/>
            <a:gdLst/>
            <a:ahLst/>
            <a:cxnLst/>
            <a:rect l="l" t="t" r="r" b="b"/>
            <a:pathLst>
              <a:path w="16413099" h="3059240">
                <a:moveTo>
                  <a:pt x="24620" y="0"/>
                </a:moveTo>
                <a:lnTo>
                  <a:pt x="768133" y="0"/>
                </a:lnTo>
                <a:lnTo>
                  <a:pt x="792753" y="23862"/>
                </a:lnTo>
                <a:lnTo>
                  <a:pt x="858405" y="219042"/>
                </a:lnTo>
                <a:lnTo>
                  <a:pt x="16388480" y="219042"/>
                </a:lnTo>
                <a:lnTo>
                  <a:pt x="16413099" y="242904"/>
                </a:lnTo>
                <a:lnTo>
                  <a:pt x="16413099" y="3035377"/>
                </a:lnTo>
                <a:lnTo>
                  <a:pt x="16388480" y="3059240"/>
                </a:lnTo>
                <a:lnTo>
                  <a:pt x="24620" y="3059240"/>
                </a:lnTo>
                <a:lnTo>
                  <a:pt x="0" y="3035377"/>
                </a:lnTo>
                <a:lnTo>
                  <a:pt x="0" y="23862"/>
                </a:lnTo>
                <a:lnTo>
                  <a:pt x="24620" y="0"/>
                </a:lnTo>
                <a:close/>
              </a:path>
            </a:pathLst>
          </a:cu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API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262294" y="1155858"/>
            <a:ext cx="1527524" cy="886872"/>
          </a:xfrm>
          <a:prstGeom prst="roundRect">
            <a:avLst>
              <a:gd name="adj" fmla="val 10739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/analytics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[Demand summary]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Voltage summary Revenue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842" y="1231963"/>
            <a:ext cx="1822132" cy="736472"/>
          </a:xfrm>
          <a:prstGeom prst="roundRect">
            <a:avLst>
              <a:gd name="adj" fmla="val 12933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FastAPI Application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[OpenAPI 3.1 auto-docs]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Lifespan startup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13444" y="1231963"/>
            <a:ext cx="1624584" cy="736472"/>
          </a:xfrm>
          <a:prstGeom prst="roundRect">
            <a:avLst>
              <a:gd name="adj" fmla="val 12933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/health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[No auth required]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Monitoring endpoint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404" y="1231963"/>
            <a:ext cx="1617726" cy="736472"/>
          </a:xfrm>
          <a:prstGeom prst="roundRect">
            <a:avLst>
              <a:gd name="adj" fmla="val 12933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/meters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[List · Filter · Get]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Type, status, comm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5839" y="1231963"/>
            <a:ext cx="1683258" cy="736472"/>
          </a:xfrm>
          <a:prstGeom prst="roundRect">
            <a:avLst>
              <a:gd name="adj" fmla="val 12933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/readings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[Raw &amp; VEE-validated]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/interval-blocks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58854" y="1231963"/>
            <a:ext cx="1562671" cy="736472"/>
          </a:xfrm>
          <a:prstGeom prst="roundRect">
            <a:avLst>
              <a:gd name="adj" fmla="val 12933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/usage-points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[Service locations]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Customer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53472" y="1231963"/>
            <a:ext cx="1673352" cy="736472"/>
          </a:xfrm>
          <a:prstGeom prst="roundRect">
            <a:avLst>
              <a:gd name="adj" fmla="val 12933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/reading-types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[CIM 18-attribute]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ReadingType catalog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23479" y="1231963"/>
            <a:ext cx="2240089" cy="736472"/>
          </a:xfrm>
          <a:prstGeom prst="roundRect">
            <a:avLst>
              <a:gd name="adj" fmla="val 12933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/delivery-promises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[Async on-demand reads]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Poll status · Per-meter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659" y="2987516"/>
            <a:ext cx="1694878" cy="736472"/>
          </a:xfrm>
          <a:prstGeom prst="roundRect">
            <a:avLst>
              <a:gd name="adj" fmla="val 12933"/>
            </a:avLst>
          </a:prstGeom>
          <a:solidFill>
            <a:srgbClr val="FFCDD2"/>
          </a:solidFill>
          <a:ln w="127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Auth Middleware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[X-API-Key header]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401 if missing/wrong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026009" y="1599247"/>
            <a:ext cx="4578762" cy="1753743"/>
          </a:xfrm>
          <a:prstGeom prst="line">
            <a:avLst/>
          </a:prstGeom>
          <a:ln w="127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171194" y="1600200"/>
            <a:ext cx="1619" cy="1755648"/>
          </a:xfrm>
          <a:prstGeom prst="line">
            <a:avLst/>
          </a:prstGeom>
          <a:ln w="254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9503" y="2358961"/>
            <a:ext cx="1905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C62828"/>
                </a:solidFill>
              </a:rPr>
              <a:t>validates all (except /health)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72813" y="1600200"/>
            <a:ext cx="16431958" cy="1752790"/>
          </a:xfrm>
          <a:prstGeom prst="line">
            <a:avLst/>
          </a:prstGeom>
          <a:ln w="254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93517" y="2357532"/>
            <a:ext cx="5905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C62828"/>
                </a:solidFill>
              </a:rPr>
              <a:t>queries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25736" y="1600200"/>
            <a:ext cx="14379035" cy="1752790"/>
          </a:xfrm>
          <a:prstGeom prst="line">
            <a:avLst/>
          </a:prstGeom>
          <a:ln w="127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88267" y="1600200"/>
            <a:ext cx="12416504" cy="1752790"/>
          </a:xfrm>
          <a:prstGeom prst="line">
            <a:avLst/>
          </a:prstGeom>
          <a:ln w="127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77373" y="1600200"/>
            <a:ext cx="10427398" cy="1752790"/>
          </a:xfrm>
          <a:prstGeom prst="line">
            <a:avLst/>
          </a:prstGeom>
          <a:ln w="127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0190" y="1600200"/>
            <a:ext cx="8464581" cy="1752790"/>
          </a:xfrm>
          <a:prstGeom prst="line">
            <a:avLst/>
          </a:prstGeom>
          <a:ln w="127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90148" y="1600200"/>
            <a:ext cx="6514623" cy="1752790"/>
          </a:xfrm>
          <a:prstGeom prst="line">
            <a:avLst/>
          </a:prstGeom>
          <a:ln w="127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5243428" y="1600200"/>
            <a:ext cx="2361343" cy="1752790"/>
          </a:xfrm>
          <a:prstGeom prst="line">
            <a:avLst/>
          </a:prstGeom>
          <a:ln w="12700">
            <a:solidFill>
              <a:srgbClr val="C628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16746378" y="2792539"/>
            <a:ext cx="2827592" cy="6617970"/>
          </a:xfrm>
          <a:custGeom>
            <a:avLst/>
            <a:gdLst/>
            <a:ahLst/>
            <a:cxnLst/>
            <a:rect l="l" t="t" r="r" b="b"/>
            <a:pathLst>
              <a:path w="2827592" h="6617970">
                <a:moveTo>
                  <a:pt x="23752" y="0"/>
                </a:moveTo>
                <a:lnTo>
                  <a:pt x="1223782" y="0"/>
                </a:lnTo>
                <a:lnTo>
                  <a:pt x="1247534" y="23825"/>
                </a:lnTo>
                <a:lnTo>
                  <a:pt x="1313982" y="219055"/>
                </a:lnTo>
                <a:lnTo>
                  <a:pt x="2803840" y="219055"/>
                </a:lnTo>
                <a:lnTo>
                  <a:pt x="2827592" y="242879"/>
                </a:lnTo>
                <a:lnTo>
                  <a:pt x="2827592" y="6594145"/>
                </a:lnTo>
                <a:lnTo>
                  <a:pt x="2803840" y="6617970"/>
                </a:lnTo>
                <a:lnTo>
                  <a:pt x="23752" y="6617970"/>
                </a:lnTo>
                <a:lnTo>
                  <a:pt x="0" y="6594145"/>
                </a:lnTo>
                <a:lnTo>
                  <a:pt x="0" y="23825"/>
                </a:lnTo>
                <a:lnTo>
                  <a:pt x="23752" y="0"/>
                </a:lnTo>
                <a:close/>
              </a:path>
            </a:pathLst>
          </a:custGeom>
          <a:solidFill>
            <a:srgbClr val="E3F2FD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Simulator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03446" y="3135058"/>
            <a:ext cx="1402842" cy="435768"/>
          </a:xfrm>
          <a:prstGeom prst="roundRect">
            <a:avLst>
              <a:gd name="adj" fmla="val 21857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SimulatorEngine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955482" y="4319682"/>
            <a:ext cx="1469326" cy="435768"/>
          </a:xfrm>
          <a:prstGeom prst="roundRect">
            <a:avLst>
              <a:gd name="adj" fmla="val 21857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Delivery Manager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70121" y="5042916"/>
            <a:ext cx="1400175" cy="435768"/>
          </a:xfrm>
          <a:prstGeom prst="roundRect">
            <a:avLst>
              <a:gd name="adj" fmla="val 21857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Analytics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888807" y="5766054"/>
            <a:ext cx="1081754" cy="435768"/>
          </a:xfrm>
          <a:prstGeom prst="roundRect">
            <a:avLst>
              <a:gd name="adj" fmla="val 21857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MDM (VEE)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455610" y="6784181"/>
            <a:ext cx="1339881" cy="435768"/>
          </a:xfrm>
          <a:prstGeom prst="roundRect">
            <a:avLst>
              <a:gd name="adj" fmla="val 21857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Headend (HES)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60596" y="7802403"/>
            <a:ext cx="1052703" cy="435768"/>
          </a:xfrm>
          <a:prstGeom prst="roundRect">
            <a:avLst>
              <a:gd name="adj" fmla="val 21857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 Park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303305" y="8820531"/>
            <a:ext cx="1342739" cy="435768"/>
          </a:xfrm>
          <a:prstGeom prst="roundRect">
            <a:avLst>
              <a:gd name="adj" fmla="val 21857"/>
            </a:avLst>
          </a:prstGeom>
          <a:solidFill>
            <a:srgbClr val="BBDEFB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 Generator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7604771" y="3352990"/>
            <a:ext cx="520827" cy="3649123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7604771" y="3352990"/>
            <a:ext cx="824961" cy="2630996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7604771" y="3352990"/>
            <a:ext cx="65437" cy="1907762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604771" y="3352990"/>
            <a:ext cx="1085279" cy="1184624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8125598" y="4537614"/>
            <a:ext cx="564452" cy="2464499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8429732" y="4537614"/>
            <a:ext cx="260318" cy="1446372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7670208" y="5260752"/>
            <a:ext cx="455390" cy="1741361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8125598" y="5983986"/>
            <a:ext cx="304134" cy="1018127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7486947" y="7002113"/>
            <a:ext cx="638651" cy="1018127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7974627" y="7002113"/>
            <a:ext cx="150971" cy="2036350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7486947" y="8020240"/>
            <a:ext cx="487680" cy="1018223"/>
          </a:xfrm>
          <a:prstGeom prst="line">
            <a:avLst/>
          </a:prstGeom>
          <a:ln w="12700">
            <a:solidFill>
              <a:srgbClr val="64B5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