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333875" cy="91821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se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33875" cy="91821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1913" y="143827"/>
            <a:ext cx="1493519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200">
                <a:solidFill>
                  <a:srgbClr val="000000"/>
                </a:solidFill>
              </a:rPr>
              <a:t>PokeAMI — Use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157412" y="568452"/>
            <a:ext cx="2119407" cy="856364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PokeAMI</a:t>
            </a:r>
          </a:p>
        </p:txBody>
      </p:sp>
      <p:sp>
        <p:nvSpPr>
          <p:cNvPr id="5" name="Oval 4"/>
          <p:cNvSpPr/>
          <p:nvPr/>
        </p:nvSpPr>
        <p:spPr>
          <a:xfrm>
            <a:off x="2480595" y="915733"/>
            <a:ext cx="1477041" cy="50168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Get Validated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[(VEE) Readings]</a:t>
            </a:r>
          </a:p>
        </p:txBody>
      </p:sp>
      <p:sp>
        <p:nvSpPr>
          <p:cNvPr id="6" name="Oval 5"/>
          <p:cNvSpPr/>
          <p:nvPr/>
        </p:nvSpPr>
        <p:spPr>
          <a:xfrm>
            <a:off x="2637377" y="1757838"/>
            <a:ext cx="1160145" cy="47282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Query Usage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[Points]</a:t>
            </a:r>
          </a:p>
        </p:txBody>
      </p:sp>
      <p:sp>
        <p:nvSpPr>
          <p:cNvPr id="7" name="Oval 6"/>
          <p:cNvSpPr/>
          <p:nvPr/>
        </p:nvSpPr>
        <p:spPr>
          <a:xfrm>
            <a:off x="2547080" y="2571369"/>
            <a:ext cx="1342453" cy="48120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Retrieve Meter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[Readings]</a:t>
            </a:r>
          </a:p>
        </p:txBody>
      </p:sp>
      <p:sp>
        <p:nvSpPr>
          <p:cNvPr id="8" name="Oval 7"/>
          <p:cNvSpPr/>
          <p:nvPr/>
        </p:nvSpPr>
        <p:spPr>
          <a:xfrm>
            <a:off x="2513838" y="3389661"/>
            <a:ext cx="1406842" cy="5043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List Available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[Reading Types]</a:t>
            </a:r>
          </a:p>
        </p:txBody>
      </p:sp>
      <p:sp>
        <p:nvSpPr>
          <p:cNvPr id="9" name="Oval 8"/>
          <p:cNvSpPr/>
          <p:nvPr/>
        </p:nvSpPr>
        <p:spPr>
          <a:xfrm>
            <a:off x="2613660" y="4227004"/>
            <a:ext cx="1203388" cy="4861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View Voltage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[Analytics]</a:t>
            </a:r>
          </a:p>
        </p:txBody>
      </p:sp>
      <p:sp>
        <p:nvSpPr>
          <p:cNvPr id="10" name="Oval 9"/>
          <p:cNvSpPr/>
          <p:nvPr/>
        </p:nvSpPr>
        <p:spPr>
          <a:xfrm>
            <a:off x="2418778" y="5045297"/>
            <a:ext cx="1593627" cy="5073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Check Revenue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[Protection Alerts]</a:t>
            </a:r>
          </a:p>
        </p:txBody>
      </p:sp>
      <p:sp>
        <p:nvSpPr>
          <p:cNvPr id="11" name="Oval 10"/>
          <p:cNvSpPr/>
          <p:nvPr/>
        </p:nvSpPr>
        <p:spPr>
          <a:xfrm>
            <a:off x="2566130" y="5887402"/>
            <a:ext cx="1303401" cy="471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Query Interval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[Blocks]</a:t>
            </a:r>
          </a:p>
        </p:txBody>
      </p:sp>
      <p:sp>
        <p:nvSpPr>
          <p:cNvPr id="12" name="Oval 11"/>
          <p:cNvSpPr/>
          <p:nvPr/>
        </p:nvSpPr>
        <p:spPr>
          <a:xfrm>
            <a:off x="2585085" y="6700932"/>
            <a:ext cx="1268539" cy="48320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View Demand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[Analytics]</a:t>
            </a:r>
          </a:p>
        </p:txBody>
      </p:sp>
      <p:sp>
        <p:nvSpPr>
          <p:cNvPr id="13" name="Oval 12"/>
          <p:cNvSpPr/>
          <p:nvPr/>
        </p:nvSpPr>
        <p:spPr>
          <a:xfrm>
            <a:off x="2504313" y="7523988"/>
            <a:ext cx="1426464" cy="4969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Poll Delivery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[Promise Status]</a:t>
            </a:r>
          </a:p>
        </p:txBody>
      </p:sp>
      <p:sp>
        <p:nvSpPr>
          <p:cNvPr id="14" name="Oval 13"/>
          <p:cNvSpPr/>
          <p:nvPr/>
        </p:nvSpPr>
        <p:spPr>
          <a:xfrm>
            <a:off x="2309526" y="8508777"/>
            <a:ext cx="1817560" cy="46596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Request On-Demand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[Reads]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218307" y="1166526"/>
            <a:ext cx="762" cy="1645444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866262" y="1870186"/>
            <a:ext cx="7048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«extends»</a:t>
            </a:r>
          </a:p>
        </p:txBody>
      </p:sp>
      <p:sp>
        <p:nvSpPr>
          <p:cNvPr id="17" name="Oval 16"/>
          <p:cNvSpPr/>
          <p:nvPr/>
        </p:nvSpPr>
        <p:spPr>
          <a:xfrm>
            <a:off x="456628" y="1500949"/>
            <a:ext cx="247078" cy="55187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Billing System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0263" y="1776888"/>
            <a:ext cx="2638044" cy="1035082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80263" y="1166526"/>
            <a:ext cx="2638806" cy="610362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80263" y="1776888"/>
            <a:ext cx="2637186" cy="217361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55104" y="3480054"/>
            <a:ext cx="247078" cy="55187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Utility Analyst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578739" y="2811970"/>
            <a:ext cx="2639568" cy="944023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78739" y="1994249"/>
            <a:ext cx="2638710" cy="1761744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78739" y="3755993"/>
            <a:ext cx="2640711" cy="3186493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78739" y="3755993"/>
            <a:ext cx="2636615" cy="71408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78739" y="3755993"/>
            <a:ext cx="2636901" cy="1542955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78739" y="3641788"/>
            <a:ext cx="2638520" cy="114205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455104" y="5649468"/>
            <a:ext cx="247078" cy="55187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Grid Operator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578643" y="4470082"/>
            <a:ext cx="2636711" cy="1455325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78643" y="5925407"/>
            <a:ext cx="2640807" cy="101707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578643" y="5298948"/>
            <a:ext cx="2636997" cy="62645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78643" y="5925407"/>
            <a:ext cx="2639187" cy="197548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217830" y="2811970"/>
            <a:ext cx="477" cy="3310985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865643" y="4348400"/>
            <a:ext cx="7048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«extends»</a:t>
            </a:r>
          </a:p>
        </p:txBody>
      </p:sp>
      <p:sp>
        <p:nvSpPr>
          <p:cNvPr id="35" name="Oval 34"/>
          <p:cNvSpPr/>
          <p:nvPr/>
        </p:nvSpPr>
        <p:spPr>
          <a:xfrm>
            <a:off x="455104" y="7328916"/>
            <a:ext cx="247078" cy="55187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DERMS /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[Field Ops]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78643" y="7604855"/>
            <a:ext cx="2639664" cy="113699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78643" y="7604855"/>
            <a:ext cx="2638997" cy="167545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78643" y="6942486"/>
            <a:ext cx="2640807" cy="66236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217640" y="7772400"/>
            <a:ext cx="667" cy="969454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865548" y="8138064"/>
            <a:ext cx="7048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«extends»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