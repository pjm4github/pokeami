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78850" cy="9153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278850" cy="91535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9467" y="143827"/>
            <a:ext cx="204215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PokeAMI — Component Diagram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1095660" y="1125093"/>
            <a:ext cx="286" cy="13893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3378" y="1700688"/>
            <a:ext cx="704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5946" y="1125093"/>
            <a:ext cx="15706249" cy="13893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53795" y="1700688"/>
            <a:ext cx="5905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queries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14935" y="1125093"/>
            <a:ext cx="13887260" cy="13893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61046" y="1125093"/>
            <a:ext cx="12241149" cy="13893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301549" y="1125093"/>
            <a:ext cx="10500646" cy="13893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46078" y="1125093"/>
            <a:ext cx="8556117" cy="13893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75963" y="1125093"/>
            <a:ext cx="6426232" cy="13893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375832" y="1125093"/>
            <a:ext cx="4426363" cy="13893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489430" y="1125093"/>
            <a:ext cx="2312765" cy="13893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802195" y="2514409"/>
            <a:ext cx="765810" cy="384409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861250" y="4317396"/>
            <a:ext cx="6477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802195" y="2514409"/>
            <a:ext cx="1669447" cy="266414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141618" y="3727418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validated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802195" y="2514409"/>
            <a:ext cx="945928" cy="193148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922734" y="3361086"/>
            <a:ext cx="704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analytics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802195" y="2514409"/>
            <a:ext cx="3315748" cy="119881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936194" y="2994755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on-demand reads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6689895" y="6358508"/>
            <a:ext cx="878110" cy="117986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6605075" y="6829377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7336357" y="6358508"/>
            <a:ext cx="231648" cy="2359724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928306" y="7419308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data generation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7568005" y="5178551"/>
            <a:ext cx="903637" cy="1179957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581673" y="5649467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readings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7568005" y="4445889"/>
            <a:ext cx="180118" cy="191261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7219914" y="5283136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readings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7568005" y="3713225"/>
            <a:ext cx="2549938" cy="2645283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8176224" y="4916804"/>
            <a:ext cx="133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on-demand collection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18471642" y="3713225"/>
            <a:ext cx="1646301" cy="146532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8770917" y="4326826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validated reads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6689895" y="7538370"/>
            <a:ext cx="646462" cy="1179862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603551" y="8009239"/>
            <a:ext cx="8191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meter specs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