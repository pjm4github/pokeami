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30025" cy="149256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quence_delivery_prom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30025" cy="14925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0746" y="143922"/>
            <a:ext cx="313943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On-Demand Read (Delivery Promise)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5975" y="777906"/>
            <a:ext cx="1509807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Router
(/delivery-promises)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1342" y="777906"/>
            <a:ext cx="944594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
(X-API-Key)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00" y="939927"/>
            <a:ext cx="1233392" cy="295179"/>
          </a:xfrm>
          <a:prstGeom prst="roundRect">
            <a:avLst>
              <a:gd name="adj" fmla="val 3226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6932" y="939927"/>
            <a:ext cx="1258252" cy="295179"/>
          </a:xfrm>
          <a:prstGeom prst="roundRect">
            <a:avLst>
              <a:gd name="adj" fmla="val 3226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5220" y="777906"/>
            <a:ext cx="722471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3251" y="777906"/>
            <a:ext cx="1076801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
(VEE Pipeline)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5975" y="14138338"/>
            <a:ext cx="1509807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Router
(/delivery-promises)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1342" y="14138338"/>
            <a:ext cx="944594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
(X-API-Key)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00" y="14138338"/>
            <a:ext cx="1233392" cy="295179"/>
          </a:xfrm>
          <a:prstGeom prst="roundRect">
            <a:avLst>
              <a:gd name="adj" fmla="val 3226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96932" y="14138338"/>
            <a:ext cx="1258252" cy="295179"/>
          </a:xfrm>
          <a:prstGeom prst="roundRect">
            <a:avLst>
              <a:gd name="adj" fmla="val 3226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DeliveryManager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5220" y="14138338"/>
            <a:ext cx="722471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
(HES)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3251" y="14138338"/>
            <a:ext cx="1076801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
(VEE Pipeline)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039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37878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47686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20524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25106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57360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46175" y="1244631"/>
            <a:ext cx="0" cy="12903232"/>
          </a:xfrm>
          <a:prstGeom prst="line">
            <a:avLst/>
          </a:prstGeom>
          <a:ln w="127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4896" y="2265045"/>
            <a:ext cx="2468880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-1146238" y="2145982"/>
            <a:ext cx="5391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POST /api/v1/delivery-promises
{meter_mrids, start, end,
reading_type_mrid, validated_only}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40926" y="2548699"/>
            <a:ext cx="145561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59131" y="2429637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 X-API-Key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888456" y="2832354"/>
            <a:ext cx="1455706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378184" y="2713291"/>
            <a:ext cx="4762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40926" y="3116008"/>
            <a:ext cx="283006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46310" y="2996946"/>
            <a:ext cx="2019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create_delivery_promise(request)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28144" y="3700462"/>
            <a:ext cx="1540764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03101" y="3581400"/>
            <a:ext cx="2990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create_promise(
request, meters,
get_readings_fn)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26058" y="4435221"/>
            <a:ext cx="399764" cy="1237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58990" y="4378023"/>
            <a:ext cx="45339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assign per-meter:
simulated latency
(3-25s by comm type)
failure probability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26058" y="4993100"/>
            <a:ext cx="399764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44815" y="4935902"/>
            <a:ext cx="27622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estimated_delivery =
max(latency) + 5s buffer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775674" y="5550884"/>
            <a:ext cx="1540859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07878" y="5431821"/>
            <a:ext cx="20764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DeliveryPromise
(status: pending)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888456" y="5834538"/>
            <a:ext cx="2830163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79662" y="5715476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DeliveryPromise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62521" y="6118193"/>
            <a:ext cx="246888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87386" y="5999130"/>
            <a:ext cx="819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201 Created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4896" y="6818757"/>
            <a:ext cx="2468880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82536" y="6699694"/>
            <a:ext cx="2133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 /api/v1/delivery-promises/{id}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840926" y="7102411"/>
            <a:ext cx="145561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59131" y="6983349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 X-API-Key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888456" y="7386161"/>
            <a:ext cx="1455706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378184" y="7267098"/>
            <a:ext cx="4762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840926" y="7669720"/>
            <a:ext cx="283006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74910" y="7550658"/>
            <a:ext cx="15621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get_delivery_promise(id)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728144" y="7953375"/>
            <a:ext cx="1540764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74651" y="7834312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get_promise(id)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26058" y="8387429"/>
            <a:ext cx="399764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73365" y="8330231"/>
            <a:ext cx="3105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check wall-clock time
vs per-meter collection times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26058" y="9417367"/>
            <a:ext cx="1983296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993731" y="9298305"/>
            <a:ext cx="26479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get_meter_readings(
meter_mrid, start, end)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7373683" y="9701022"/>
            <a:ext cx="1983296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55731" y="9581959"/>
            <a:ext cx="12192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MeterReading[]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26058" y="10220801"/>
            <a:ext cx="3168491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043529" y="10101738"/>
            <a:ext cx="1733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get_validated_readings(...)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373683" y="10504455"/>
            <a:ext cx="3168396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76831" y="10385393"/>
            <a:ext cx="15621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MeterReading[]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326058" y="10854690"/>
            <a:ext cx="399764" cy="1237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44915" y="10797492"/>
            <a:ext cx="11620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status: collected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26058" y="11709177"/>
            <a:ext cx="399764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30440" y="11651980"/>
            <a:ext cx="4191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status: failed
(timeout / path unavailable /
CRC errors / SIM failure)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26058" y="12851415"/>
            <a:ext cx="399764" cy="12373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287440" y="12794218"/>
            <a:ext cx="6477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derive promise status:
all collected → completed
all failed → failed
mixed → partial
some pending → inProgress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5775674" y="13409199"/>
            <a:ext cx="1540859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422153" y="13290137"/>
            <a:ext cx="22479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DeliveryPromise
(with meter_results)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2888456" y="13692854"/>
            <a:ext cx="2830163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779662" y="13573791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DeliveryPromise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362521" y="13976508"/>
            <a:ext cx="2468880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330261" y="13857446"/>
            <a:ext cx="5334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200 OK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87696" y="1434941"/>
            <a:ext cx="9906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Create Promise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84851" y="6289548"/>
            <a:ext cx="8763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Poll Promise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58997" y="8664130"/>
            <a:ext cx="476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5945" y="8673560"/>
            <a:ext cx="1619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[for each resolved meter]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4247" y="8900160"/>
            <a:ext cx="476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alt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63752" y="8909589"/>
            <a:ext cx="1619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[meter will_fail = false]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49402" y="9853993"/>
            <a:ext cx="4762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05389" y="9863423"/>
            <a:ext cx="150495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[validated_only = true]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58997" y="11064716"/>
            <a:ext cx="1562100" cy="238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[meter will_fail = true]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7625" y="1553051"/>
            <a:ext cx="11518296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7625" y="6407562"/>
            <a:ext cx="11518296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411468" y="11064144"/>
            <a:ext cx="496404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