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78850" cy="91535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po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278850" cy="91535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89467" y="143827"/>
            <a:ext cx="204215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PokeAMI — Component Diagram</a:t>
            </a:r>
          </a:p>
        </p:txBody>
      </p:sp>
      <p:sp>
        <p:nvSpPr>
          <p:cNvPr id="4" name="Freeform 3"/>
          <p:cNvSpPr/>
          <p:nvPr/>
        </p:nvSpPr>
        <p:spPr>
          <a:xfrm>
            <a:off x="104775" y="558927"/>
            <a:ext cx="15575946" cy="2331243"/>
          </a:xfrm>
          <a:custGeom>
            <a:avLst/>
            <a:gdLst/>
            <a:ahLst/>
            <a:cxnLst/>
            <a:rect l="l" t="t" r="r" b="b"/>
            <a:pathLst>
              <a:path w="15575946" h="2331243">
                <a:moveTo>
                  <a:pt x="23363" y="0"/>
                </a:moveTo>
                <a:lnTo>
                  <a:pt x="767894" y="0"/>
                </a:lnTo>
                <a:lnTo>
                  <a:pt x="792815" y="23778"/>
                </a:lnTo>
                <a:lnTo>
                  <a:pt x="858234" y="218903"/>
                </a:lnTo>
                <a:lnTo>
                  <a:pt x="15552582" y="218903"/>
                </a:lnTo>
                <a:lnTo>
                  <a:pt x="15575946" y="242682"/>
                </a:lnTo>
                <a:lnTo>
                  <a:pt x="15575946" y="2307465"/>
                </a:lnTo>
                <a:lnTo>
                  <a:pt x="15552582" y="2331243"/>
                </a:lnTo>
                <a:lnTo>
                  <a:pt x="23363" y="2331243"/>
                </a:lnTo>
                <a:lnTo>
                  <a:pt x="0" y="2307465"/>
                </a:lnTo>
                <a:lnTo>
                  <a:pt x="0" y="23778"/>
                </a:lnTo>
                <a:lnTo>
                  <a:pt x="23363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API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842" y="901446"/>
            <a:ext cx="1668113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FastAPI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61139" y="901446"/>
            <a:ext cx="1307496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Health 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98773" y="901446"/>
            <a:ext cx="1324451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Meters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60123" y="901446"/>
            <a:ext cx="1483042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Readings 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8541" y="901446"/>
            <a:ext cx="1734978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Usage Points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49371" y="901446"/>
            <a:ext cx="1853279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Reading Types Router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39073" y="901446"/>
            <a:ext cx="1473327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Analytics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52824" y="901446"/>
            <a:ext cx="2073211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Promises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1" y="2290667"/>
            <a:ext cx="1496377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Auth Middleware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095660" y="1125093"/>
            <a:ext cx="286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3378" y="1700688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5946" y="1125093"/>
            <a:ext cx="15706249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53795" y="1700688"/>
            <a:ext cx="5905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queries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14935" y="1125093"/>
            <a:ext cx="13887260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561046" y="1125093"/>
            <a:ext cx="12241149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301549" y="1125093"/>
            <a:ext cx="10500646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46078" y="1125093"/>
            <a:ext cx="8556117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75963" y="1125093"/>
            <a:ext cx="6426232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375832" y="1125093"/>
            <a:ext cx="4426363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489430" y="1125093"/>
            <a:ext cx="2312765" cy="13893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/>
          <p:cNvSpPr/>
          <p:nvPr/>
        </p:nvSpPr>
        <p:spPr>
          <a:xfrm>
            <a:off x="15909131" y="1948148"/>
            <a:ext cx="5303044" cy="7145845"/>
          </a:xfrm>
          <a:custGeom>
            <a:avLst/>
            <a:gdLst/>
            <a:ahLst/>
            <a:cxnLst/>
            <a:rect l="l" t="t" r="r" b="b"/>
            <a:pathLst>
              <a:path w="5303044" h="7145845">
                <a:moveTo>
                  <a:pt x="23863" y="0"/>
                </a:moveTo>
                <a:lnTo>
                  <a:pt x="1223942" y="0"/>
                </a:lnTo>
                <a:lnTo>
                  <a:pt x="1247276" y="23581"/>
                </a:lnTo>
                <a:lnTo>
                  <a:pt x="1314094" y="218663"/>
                </a:lnTo>
                <a:lnTo>
                  <a:pt x="5279180" y="218663"/>
                </a:lnTo>
                <a:lnTo>
                  <a:pt x="5303044" y="242958"/>
                </a:lnTo>
                <a:lnTo>
                  <a:pt x="5303044" y="7122264"/>
                </a:lnTo>
                <a:lnTo>
                  <a:pt x="5279180" y="7145845"/>
                </a:lnTo>
                <a:lnTo>
                  <a:pt x="23863" y="7145845"/>
                </a:lnTo>
                <a:lnTo>
                  <a:pt x="0" y="7122264"/>
                </a:lnTo>
                <a:lnTo>
                  <a:pt x="0" y="23581"/>
                </a:lnTo>
                <a:lnTo>
                  <a:pt x="23863" y="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 Layer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061531" y="2290667"/>
            <a:ext cx="1481423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SimulatorEngine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341369" y="3489579"/>
            <a:ext cx="1553146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Delivery Manager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008792" y="4222242"/>
            <a:ext cx="1478661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Analytics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903761" y="4954905"/>
            <a:ext cx="1135856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MDM (VEE)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861250" y="6134766"/>
            <a:ext cx="1413700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Headend (HES)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37636" y="7314628"/>
            <a:ext cx="1104423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Park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27983" y="8494490"/>
            <a:ext cx="1416748" cy="447294"/>
          </a:xfrm>
          <a:prstGeom prst="roundRect">
            <a:avLst>
              <a:gd name="adj" fmla="val 21294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Generator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6802195" y="2514409"/>
            <a:ext cx="765810" cy="384409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6861250" y="4317396"/>
            <a:ext cx="6477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data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802195" y="2514409"/>
            <a:ext cx="1669447" cy="266414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7141618" y="3727418"/>
            <a:ext cx="9906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data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802195" y="2514409"/>
            <a:ext cx="945928" cy="1931480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922734" y="3361086"/>
            <a:ext cx="7048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analytics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6802195" y="2514409"/>
            <a:ext cx="3315748" cy="119881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936194" y="2994755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on-demand reads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7568005" y="3713225"/>
            <a:ext cx="2549938" cy="2645283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8176224" y="4916804"/>
            <a:ext cx="13335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on-demand collection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18471642" y="3713225"/>
            <a:ext cx="1646301" cy="1465326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770917" y="4326826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validated reads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17568005" y="4445889"/>
            <a:ext cx="180118" cy="1912619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7219914" y="5283136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17568005" y="5178551"/>
            <a:ext cx="903637" cy="1179957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7581673" y="5649467"/>
            <a:ext cx="87630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raw readings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6689895" y="6358508"/>
            <a:ext cx="878110" cy="117986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605075" y="6829377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7336357" y="6358508"/>
            <a:ext cx="231648" cy="2359724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6928306" y="7419308"/>
            <a:ext cx="10477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data generation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6689895" y="7538370"/>
            <a:ext cx="646462" cy="1179862"/>
          </a:xfrm>
          <a:prstGeom prst="line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6603551" y="8009239"/>
            <a:ext cx="819150" cy="238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meter specs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