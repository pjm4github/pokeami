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963900" cy="11449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F7FFB-D81C-4643-BFFA-168DAE23089A}" v="8" dt="2026-02-18T16:29:15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752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 moran" userId="82a7050c152ba9e0" providerId="LiveId" clId="{C16D3E6F-DB43-420D-828B-A351872B67E2}"/>
    <pc:docChg chg="custSel modSld">
      <pc:chgData name="pat moran" userId="82a7050c152ba9e0" providerId="LiveId" clId="{C16D3E6F-DB43-420D-828B-A351872B67E2}" dt="2026-02-18T16:41:07.662" v="147" actId="1076"/>
      <pc:docMkLst>
        <pc:docMk/>
      </pc:docMkLst>
      <pc:sldChg chg="delSp modSp mod">
        <pc:chgData name="pat moran" userId="82a7050c152ba9e0" providerId="LiveId" clId="{C16D3E6F-DB43-420D-828B-A351872B67E2}" dt="2026-02-18T16:41:07.662" v="147" actId="1076"/>
        <pc:sldMkLst>
          <pc:docMk/>
          <pc:sldMk cId="0" sldId="256"/>
        </pc:sldMkLst>
        <pc:spChg chg="mod">
          <ac:chgData name="pat moran" userId="82a7050c152ba9e0" providerId="LiveId" clId="{C16D3E6F-DB43-420D-828B-A351872B67E2}" dt="2026-02-18T16:41:07.662" v="14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pat moran" userId="82a7050c152ba9e0" providerId="LiveId" clId="{C16D3E6F-DB43-420D-828B-A351872B67E2}" dt="2026-02-18T16:28:01.287" v="18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46.405" v="134" actId="242"/>
          <ac:spMkLst>
            <pc:docMk/>
            <pc:sldMk cId="0" sldId="256"/>
            <ac:spMk id="5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46.405" v="134" actId="242"/>
          <ac:spMkLst>
            <pc:docMk/>
            <pc:sldMk cId="0" sldId="256"/>
            <ac:spMk id="6" creationId="{00000000-0000-0000-0000-000000000000}"/>
          </ac:spMkLst>
        </pc:spChg>
        <pc:spChg chg="mo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46.405" v="134" actId="242"/>
          <ac:spMkLst>
            <pc:docMk/>
            <pc:sldMk cId="0" sldId="256"/>
            <ac:spMk id="8" creationId="{00000000-0000-0000-0000-000000000000}"/>
          </ac:spMkLst>
        </pc:spChg>
        <pc:spChg chg="mod">
          <ac:chgData name="pat moran" userId="82a7050c152ba9e0" providerId="LiveId" clId="{C16D3E6F-DB43-420D-828B-A351872B67E2}" dt="2026-02-18T16:37:19.985" v="107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16" creationId="{00000000-0000-0000-0000-000000000000}"/>
          </ac:spMkLst>
        </pc:spChg>
        <pc:spChg chg="mod or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pat moran" userId="82a7050c152ba9e0" providerId="LiveId" clId="{C16D3E6F-DB43-420D-828B-A351872B67E2}" dt="2026-02-18T16:33:13.973" v="60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03.004" v="129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08.904" v="130" actId="1076"/>
          <ac:spMkLst>
            <pc:docMk/>
            <pc:sldMk cId="0" sldId="256"/>
            <ac:spMk id="30" creationId="{00000000-0000-0000-0000-000000000000}"/>
          </ac:spMkLst>
        </pc:spChg>
        <pc:spChg chg="mod or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56.472" v="136" actId="242"/>
          <ac:spMkLst>
            <pc:docMk/>
            <pc:sldMk cId="0" sldId="256"/>
            <ac:spMk id="32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56.472" v="136" actId="242"/>
          <ac:spMkLst>
            <pc:docMk/>
            <pc:sldMk cId="0" sldId="256"/>
            <ac:spMk id="33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56.472" v="136" actId="242"/>
          <ac:spMkLst>
            <pc:docMk/>
            <pc:sldMk cId="0" sldId="256"/>
            <ac:spMk id="34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01.104" v="128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pat moran" userId="82a7050c152ba9e0" providerId="LiveId" clId="{C16D3E6F-DB43-420D-828B-A351872B67E2}" dt="2026-02-18T16:34:10.435" v="64" actId="1076"/>
          <ac:spMkLst>
            <pc:docMk/>
            <pc:sldMk cId="0" sldId="256"/>
            <ac:spMk id="39" creationId="{00000000-0000-0000-0000-000000000000}"/>
          </ac:spMkLst>
        </pc:spChg>
        <pc:spChg chg="mod or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pat moran" userId="82a7050c152ba9e0" providerId="LiveId" clId="{C16D3E6F-DB43-420D-828B-A351872B67E2}" dt="2026-02-18T16:40:00.581" v="137" actId="242"/>
          <ac:spMkLst>
            <pc:docMk/>
            <pc:sldMk cId="0" sldId="256"/>
            <ac:spMk id="42" creationId="{00000000-0000-0000-0000-000000000000}"/>
          </ac:spMkLst>
        </pc:spChg>
        <pc:spChg chg="mod or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43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51.418" v="135" actId="242"/>
          <ac:spMkLst>
            <pc:docMk/>
            <pc:sldMk cId="0" sldId="256"/>
            <ac:spMk id="44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51.418" v="135" actId="242"/>
          <ac:spMkLst>
            <pc:docMk/>
            <pc:sldMk cId="0" sldId="256"/>
            <ac:spMk id="45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51.418" v="135" actId="242"/>
          <ac:spMkLst>
            <pc:docMk/>
            <pc:sldMk cId="0" sldId="256"/>
            <ac:spMk id="46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20.182" v="131" actId="1076"/>
          <ac:spMkLst>
            <pc:docMk/>
            <pc:sldMk cId="0" sldId="256"/>
            <ac:spMk id="47" creationId="{00000000-0000-0000-0000-000000000000}"/>
          </ac:spMkLst>
        </pc:spChg>
        <pc:spChg chg="mod">
          <ac:chgData name="pat moran" userId="82a7050c152ba9e0" providerId="LiveId" clId="{C16D3E6F-DB43-420D-828B-A351872B67E2}" dt="2026-02-18T16:39:22.436" v="132" actId="1076"/>
          <ac:spMkLst>
            <pc:docMk/>
            <pc:sldMk cId="0" sldId="256"/>
            <ac:spMk id="50" creationId="{00000000-0000-0000-0000-000000000000}"/>
          </ac:spMkLst>
        </pc:spChg>
        <pc:spChg chg="mod ord">
          <ac:chgData name="pat moran" userId="82a7050c152ba9e0" providerId="LiveId" clId="{C16D3E6F-DB43-420D-828B-A351872B67E2}" dt="2026-02-18T16:40:17.347" v="140" actId="14100"/>
          <ac:spMkLst>
            <pc:docMk/>
            <pc:sldMk cId="0" sldId="256"/>
            <ac:spMk id="52" creationId="{00000000-0000-0000-0000-000000000000}"/>
          </ac:spMkLst>
        </pc:spChg>
        <pc:spChg chg="mod">
          <ac:chgData name="pat moran" userId="82a7050c152ba9e0" providerId="LiveId" clId="{C16D3E6F-DB43-420D-828B-A351872B67E2}" dt="2026-02-18T16:40:05.886" v="138" actId="242"/>
          <ac:spMkLst>
            <pc:docMk/>
            <pc:sldMk cId="0" sldId="256"/>
            <ac:spMk id="53" creationId="{00000000-0000-0000-0000-000000000000}"/>
          </ac:spMkLst>
        </pc:spChg>
        <pc:spChg chg="mo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pat moran" userId="82a7050c152ba9e0" providerId="LiveId" clId="{C16D3E6F-DB43-420D-828B-A351872B67E2}" dt="2026-02-18T16:40:05.886" v="138" actId="242"/>
          <ac:spMkLst>
            <pc:docMk/>
            <pc:sldMk cId="0" sldId="256"/>
            <ac:spMk id="55" creationId="{00000000-0000-0000-0000-000000000000}"/>
          </ac:spMkLst>
        </pc:spChg>
        <pc:spChg chg="mod">
          <ac:chgData name="pat moran" userId="82a7050c152ba9e0" providerId="LiveId" clId="{C16D3E6F-DB43-420D-828B-A351872B67E2}" dt="2026-02-18T16:41:04.778" v="146" actId="107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pat moran" userId="82a7050c152ba9e0" providerId="LiveId" clId="{C16D3E6F-DB43-420D-828B-A351872B67E2}" dt="2026-02-18T16:40:12.082" v="139" actId="1076"/>
          <ac:spMkLst>
            <pc:docMk/>
            <pc:sldMk cId="0" sldId="256"/>
            <ac:spMk id="57" creationId="{00000000-0000-0000-0000-000000000000}"/>
          </ac:spMkLst>
        </pc:spChg>
        <pc:picChg chg="del mod">
          <ac:chgData name="pat moran" userId="82a7050c152ba9e0" providerId="LiveId" clId="{C16D3E6F-DB43-420D-828B-A351872B67E2}" dt="2026-02-18T16:40:58.369" v="145" actId="478"/>
          <ac:picMkLst>
            <pc:docMk/>
            <pc:sldMk cId="0" sldId="256"/>
            <ac:picMk id="2" creationId="{00000000-0000-0000-0000-000000000000}"/>
          </ac:picMkLst>
        </pc:picChg>
        <pc:cxnChg chg="mod ord">
          <ac:chgData name="pat moran" userId="82a7050c152ba9e0" providerId="LiveId" clId="{C16D3E6F-DB43-420D-828B-A351872B67E2}" dt="2026-02-18T16:37:12.010" v="105" actId="14100"/>
          <ac:cxnSpMkLst>
            <pc:docMk/>
            <pc:sldMk cId="0" sldId="256"/>
            <ac:cxnSpMk id="9" creationId="{00000000-0000-0000-0000-000000000000}"/>
          </ac:cxnSpMkLst>
        </pc:cxnChg>
        <pc:cxnChg chg="mod ord">
          <ac:chgData name="pat moran" userId="82a7050c152ba9e0" providerId="LiveId" clId="{C16D3E6F-DB43-420D-828B-A351872B67E2}" dt="2026-02-18T16:36:59.334" v="100" actId="14100"/>
          <ac:cxnSpMkLst>
            <pc:docMk/>
            <pc:sldMk cId="0" sldId="256"/>
            <ac:cxnSpMk id="10" creationId="{00000000-0000-0000-0000-000000000000}"/>
          </ac:cxnSpMkLst>
        </pc:cxnChg>
        <pc:cxnChg chg="mod ord">
          <ac:chgData name="pat moran" userId="82a7050c152ba9e0" providerId="LiveId" clId="{C16D3E6F-DB43-420D-828B-A351872B67E2}" dt="2026-02-18T16:37:04.822" v="102" actId="14100"/>
          <ac:cxnSpMkLst>
            <pc:docMk/>
            <pc:sldMk cId="0" sldId="256"/>
            <ac:cxnSpMk id="11" creationId="{00000000-0000-0000-0000-000000000000}"/>
          </ac:cxnSpMkLst>
        </pc:cxnChg>
        <pc:cxnChg chg="mod ord">
          <ac:chgData name="pat moran" userId="82a7050c152ba9e0" providerId="LiveId" clId="{C16D3E6F-DB43-420D-828B-A351872B67E2}" dt="2026-02-18T16:37:01.943" v="101" actId="14100"/>
          <ac:cxnSpMkLst>
            <pc:docMk/>
            <pc:sldMk cId="0" sldId="256"/>
            <ac:cxnSpMk id="12" creationId="{00000000-0000-0000-0000-000000000000}"/>
          </ac:cxnSpMkLst>
        </pc:cxnChg>
        <pc:cxnChg chg="mod ord">
          <ac:chgData name="pat moran" userId="82a7050c152ba9e0" providerId="LiveId" clId="{C16D3E6F-DB43-420D-828B-A351872B67E2}" dt="2026-02-18T16:37:09.357" v="104" actId="14100"/>
          <ac:cxnSpMkLst>
            <pc:docMk/>
            <pc:sldMk cId="0" sldId="256"/>
            <ac:cxnSpMk id="13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37:32.321" v="109" actId="14100"/>
          <ac:cxnSpMkLst>
            <pc:docMk/>
            <pc:sldMk cId="0" sldId="256"/>
            <ac:cxnSpMk id="18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37:29.816" v="108" actId="14100"/>
          <ac:cxnSpMkLst>
            <pc:docMk/>
            <pc:sldMk cId="0" sldId="256"/>
            <ac:cxnSpMk id="19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37:34.397" v="110" actId="14100"/>
          <ac:cxnSpMkLst>
            <pc:docMk/>
            <pc:sldMk cId="0" sldId="256"/>
            <ac:cxnSpMk id="20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38:23.123" v="123" actId="14100"/>
          <ac:cxnSpMkLst>
            <pc:docMk/>
            <pc:sldMk cId="0" sldId="256"/>
            <ac:cxnSpMk id="24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38:58.556" v="127" actId="1076"/>
          <ac:cxnSpMkLst>
            <pc:docMk/>
            <pc:sldMk cId="0" sldId="256"/>
            <ac:cxnSpMk id="26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40:17.347" v="140" actId="14100"/>
          <ac:cxnSpMkLst>
            <pc:docMk/>
            <pc:sldMk cId="0" sldId="256"/>
            <ac:cxnSpMk id="28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34:19.340" v="66" actId="14100"/>
          <ac:cxnSpMkLst>
            <pc:docMk/>
            <pc:sldMk cId="0" sldId="256"/>
            <ac:cxnSpMk id="29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38:58.556" v="127" actId="1076"/>
          <ac:cxnSpMkLst>
            <pc:docMk/>
            <pc:sldMk cId="0" sldId="256"/>
            <ac:cxnSpMk id="35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40:26.895" v="141" actId="33986"/>
          <ac:cxnSpMkLst>
            <pc:docMk/>
            <pc:sldMk cId="0" sldId="256"/>
            <ac:cxnSpMk id="37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38:23.123" v="123" actId="14100"/>
          <ac:cxnSpMkLst>
            <pc:docMk/>
            <pc:sldMk cId="0" sldId="256"/>
            <ac:cxnSpMk id="38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40:17.347" v="140" actId="14100"/>
          <ac:cxnSpMkLst>
            <pc:docMk/>
            <pc:sldMk cId="0" sldId="256"/>
            <ac:cxnSpMk id="48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40:17.347" v="140" actId="14100"/>
          <ac:cxnSpMkLst>
            <pc:docMk/>
            <pc:sldMk cId="0" sldId="256"/>
            <ac:cxnSpMk id="49" creationId="{00000000-0000-0000-0000-000000000000}"/>
          </ac:cxnSpMkLst>
        </pc:cxnChg>
        <pc:cxnChg chg="mod">
          <ac:chgData name="pat moran" userId="82a7050c152ba9e0" providerId="LiveId" clId="{C16D3E6F-DB43-420D-828B-A351872B67E2}" dt="2026-02-18T16:40:30.251" v="142" actId="33986"/>
          <ac:cxnSpMkLst>
            <pc:docMk/>
            <pc:sldMk cId="0" sldId="256"/>
            <ac:cxnSpMk id="51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39"/>
          <p:cNvSpPr/>
          <p:nvPr/>
        </p:nvSpPr>
        <p:spPr>
          <a:xfrm>
            <a:off x="6705892" y="7106982"/>
            <a:ext cx="4654963" cy="1303877"/>
          </a:xfrm>
          <a:prstGeom prst="cube">
            <a:avLst>
              <a:gd name="adj" fmla="val 881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Delivery Manager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[(On-Demand Reads)]</a:t>
            </a:r>
          </a:p>
        </p:txBody>
      </p:sp>
      <p:sp>
        <p:nvSpPr>
          <p:cNvPr id="21" name="Freeform 20"/>
          <p:cNvSpPr/>
          <p:nvPr/>
        </p:nvSpPr>
        <p:spPr>
          <a:xfrm>
            <a:off x="6658267" y="3433380"/>
            <a:ext cx="3826764" cy="1303877"/>
          </a:xfrm>
          <a:prstGeom prst="cube">
            <a:avLst>
              <a:gd name="adj" fmla="val 1016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Gridstream HES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[(Head-End System)]</a:t>
            </a:r>
          </a:p>
        </p:txBody>
      </p:sp>
      <p:sp>
        <p:nvSpPr>
          <p:cNvPr id="31" name="Freeform 30"/>
          <p:cNvSpPr/>
          <p:nvPr/>
        </p:nvSpPr>
        <p:spPr>
          <a:xfrm>
            <a:off x="4602906" y="5355812"/>
            <a:ext cx="1722271" cy="2255012"/>
          </a:xfrm>
          <a:prstGeom prst="cube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Core MDMS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[(Meter Data Mgmt)]</a:t>
            </a:r>
          </a:p>
        </p:txBody>
      </p:sp>
      <p:sp>
        <p:nvSpPr>
          <p:cNvPr id="52" name="Freeform 51"/>
          <p:cNvSpPr/>
          <p:nvPr/>
        </p:nvSpPr>
        <p:spPr>
          <a:xfrm>
            <a:off x="7219957" y="9029413"/>
            <a:ext cx="4540758" cy="1968151"/>
          </a:xfrm>
          <a:prstGeom prst="cube">
            <a:avLst>
              <a:gd name="adj" fmla="val 5329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REST API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[(FastAPI + OpenAPI 3.1)]</a:t>
            </a:r>
          </a:p>
        </p:txBody>
      </p:sp>
      <p:sp>
        <p:nvSpPr>
          <p:cNvPr id="43" name="Freeform 42"/>
          <p:cNvSpPr/>
          <p:nvPr/>
        </p:nvSpPr>
        <p:spPr>
          <a:xfrm>
            <a:off x="1343640" y="7528843"/>
            <a:ext cx="2486477" cy="2199711"/>
          </a:xfrm>
          <a:prstGeom prst="cube">
            <a:avLst>
              <a:gd name="adj" fmla="val 3769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Gridstream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1975" y="210284"/>
            <a:ext cx="5959697" cy="46166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2400" b="1" dirty="0" err="1">
                <a:solidFill>
                  <a:srgbClr val="000000"/>
                </a:solidFill>
              </a:rPr>
              <a:t>PokeAMI</a:t>
            </a:r>
            <a:r>
              <a:rPr sz="2400" b="1" dirty="0">
                <a:solidFill>
                  <a:srgbClr val="000000"/>
                </a:solidFill>
              </a:rPr>
              <a:t> — Simulated AMI Architecture</a:t>
            </a:r>
          </a:p>
        </p:txBody>
      </p:sp>
      <p:sp>
        <p:nvSpPr>
          <p:cNvPr id="4" name="Freeform 3"/>
          <p:cNvSpPr/>
          <p:nvPr/>
        </p:nvSpPr>
        <p:spPr>
          <a:xfrm>
            <a:off x="4706881" y="797146"/>
            <a:ext cx="7044308" cy="989743"/>
          </a:xfrm>
          <a:prstGeom prst="cube">
            <a:avLst>
              <a:gd name="adj" fmla="val 901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Smart 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63948" y="1187385"/>
            <a:ext cx="1496663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E350 Residential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75659" y="1187385"/>
            <a:ext cx="1415319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E360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91605" y="1187385"/>
            <a:ext cx="1327308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S4x/E650 C&amp;I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48002" y="1187385"/>
            <a:ext cx="1493520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E660/Revelo IoT</a:t>
            </a:r>
          </a:p>
        </p:txBody>
      </p:sp>
      <p:sp>
        <p:nvSpPr>
          <p:cNvPr id="14" name="Cloud 13"/>
          <p:cNvSpPr/>
          <p:nvPr/>
        </p:nvSpPr>
        <p:spPr>
          <a:xfrm>
            <a:off x="4938432" y="2025013"/>
            <a:ext cx="4226432" cy="1244024"/>
          </a:xfrm>
          <a:prstGeom prst="clou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Communication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266" y="2443637"/>
            <a:ext cx="942308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RF Mesh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7049" y="2443637"/>
            <a:ext cx="628364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8854" y="2443637"/>
            <a:ext cx="1171670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Cellular LTE</a:t>
            </a:r>
          </a:p>
        </p:txBody>
      </p:sp>
      <p:cxnSp>
        <p:nvCxnSpPr>
          <p:cNvPr id="18" name="Connector 17"/>
          <p:cNvCxnSpPr>
            <a:cxnSpLocks/>
            <a:stCxn id="15" idx="2"/>
            <a:endCxn id="21" idx="1"/>
          </p:cNvCxnSpPr>
          <p:nvPr/>
        </p:nvCxnSpPr>
        <p:spPr>
          <a:xfrm>
            <a:off x="6734420" y="2891026"/>
            <a:ext cx="1770959" cy="67489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16" idx="2"/>
            <a:endCxn id="21" idx="1"/>
          </p:cNvCxnSpPr>
          <p:nvPr/>
        </p:nvCxnSpPr>
        <p:spPr>
          <a:xfrm>
            <a:off x="5611231" y="2891026"/>
            <a:ext cx="2894148" cy="67489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stCxn id="17" idx="2"/>
            <a:endCxn id="21" idx="1"/>
          </p:cNvCxnSpPr>
          <p:nvPr/>
        </p:nvCxnSpPr>
        <p:spPr>
          <a:xfrm>
            <a:off x="8124689" y="2891026"/>
            <a:ext cx="380690" cy="67489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66829" y="4061554"/>
            <a:ext cx="1393126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Data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72414" y="4061554"/>
            <a:ext cx="1460277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050" b="1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24" name="Connector 23"/>
          <p:cNvCxnSpPr>
            <a:cxnSpLocks/>
            <a:stCxn id="21" idx="2"/>
            <a:endCxn id="31" idx="4"/>
          </p:cNvCxnSpPr>
          <p:nvPr/>
        </p:nvCxnSpPr>
        <p:spPr>
          <a:xfrm rot="10800000" flipV="1">
            <a:off x="6251499" y="4151587"/>
            <a:ext cx="406769" cy="2368569"/>
          </a:xfrm>
          <a:prstGeom prst="curved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75348" y="5003771"/>
            <a:ext cx="876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raw readings</a:t>
            </a:r>
          </a:p>
        </p:txBody>
      </p:sp>
      <p:cxnSp>
        <p:nvCxnSpPr>
          <p:cNvPr id="26" name="Connector 25"/>
          <p:cNvCxnSpPr>
            <a:cxnSpLocks/>
            <a:stCxn id="21" idx="2"/>
            <a:endCxn id="43" idx="0"/>
          </p:cNvCxnSpPr>
          <p:nvPr/>
        </p:nvCxnSpPr>
        <p:spPr>
          <a:xfrm rot="10800000" flipV="1">
            <a:off x="2628333" y="4151587"/>
            <a:ext cx="4029935" cy="3377255"/>
          </a:xfrm>
          <a:prstGeom prst="curvedConnector2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37763" y="5559209"/>
            <a:ext cx="6477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rgbClr val="000000"/>
                </a:solidFill>
              </a:rPr>
              <a:t>raw data</a:t>
            </a:r>
          </a:p>
        </p:txBody>
      </p:sp>
      <p:cxnSp>
        <p:nvCxnSpPr>
          <p:cNvPr id="28" name="Connector 27"/>
          <p:cNvCxnSpPr>
            <a:cxnSpLocks/>
            <a:stCxn id="21" idx="5"/>
            <a:endCxn id="52" idx="5"/>
          </p:cNvCxnSpPr>
          <p:nvPr/>
        </p:nvCxnSpPr>
        <p:spPr>
          <a:xfrm>
            <a:off x="10485031" y="4019049"/>
            <a:ext cx="1275684" cy="5941998"/>
          </a:xfrm>
          <a:prstGeom prst="curvedConnector3">
            <a:avLst>
              <a:gd name="adj1" fmla="val 117920"/>
            </a:avLst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  <a:stCxn id="21" idx="3"/>
            <a:endCxn id="40" idx="0"/>
          </p:cNvCxnSpPr>
          <p:nvPr/>
        </p:nvCxnSpPr>
        <p:spPr>
          <a:xfrm>
            <a:off x="8505379" y="4737257"/>
            <a:ext cx="585469" cy="236972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00079" y="5720200"/>
            <a:ext cx="1333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rgbClr val="000000"/>
                </a:solidFill>
              </a:rPr>
              <a:t>on-demand collection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23679" y="5910067"/>
            <a:ext cx="1042416" cy="351623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1105" y="6870309"/>
            <a:ext cx="1087564" cy="351623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Estimation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2151" y="6354743"/>
            <a:ext cx="841152" cy="351623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Editing</a:t>
            </a:r>
          </a:p>
        </p:txBody>
      </p:sp>
      <p:cxnSp>
        <p:nvCxnSpPr>
          <p:cNvPr id="35" name="Connector 34"/>
          <p:cNvCxnSpPr>
            <a:cxnSpLocks/>
            <a:stCxn id="31" idx="2"/>
            <a:endCxn id="43" idx="0"/>
          </p:cNvCxnSpPr>
          <p:nvPr/>
        </p:nvCxnSpPr>
        <p:spPr>
          <a:xfrm rot="10800000" flipV="1">
            <a:off x="2628332" y="6520157"/>
            <a:ext cx="1974574" cy="1008686"/>
          </a:xfrm>
          <a:prstGeom prst="curvedConnector2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084527" y="6741523"/>
            <a:ext cx="990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rgbClr val="000000"/>
                </a:solidFill>
              </a:rPr>
              <a:t>validated data</a:t>
            </a:r>
          </a:p>
        </p:txBody>
      </p:sp>
      <p:cxnSp>
        <p:nvCxnSpPr>
          <p:cNvPr id="37" name="Connector 36"/>
          <p:cNvCxnSpPr>
            <a:cxnSpLocks/>
            <a:stCxn id="31" idx="3"/>
            <a:endCxn id="52" idx="2"/>
          </p:cNvCxnSpPr>
          <p:nvPr/>
        </p:nvCxnSpPr>
        <p:spPr>
          <a:xfrm rot="16200000" flipH="1">
            <a:off x="5096026" y="7941999"/>
            <a:ext cx="2455106" cy="1792755"/>
          </a:xfrm>
          <a:prstGeom prst="curvedConnector2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  <a:stCxn id="31" idx="4"/>
            <a:endCxn id="40" idx="1"/>
          </p:cNvCxnSpPr>
          <p:nvPr/>
        </p:nvCxnSpPr>
        <p:spPr>
          <a:xfrm>
            <a:off x="6251498" y="6520157"/>
            <a:ext cx="2724401" cy="701775"/>
          </a:xfrm>
          <a:prstGeom prst="curvedConnector2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670291" y="6570782"/>
            <a:ext cx="10477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validated reads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95015" y="7735156"/>
            <a:ext cx="1532001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Promise Tracking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20039" y="7735156"/>
            <a:ext cx="2139029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Comm Latency Simulation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77366" y="7878803"/>
            <a:ext cx="1533048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Demand Analysis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77366" y="8398939"/>
            <a:ext cx="1533048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Voltage Monitoring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57269" y="8919075"/>
            <a:ext cx="1570632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47" name="Smiley Face 46"/>
          <p:cNvSpPr/>
          <p:nvPr/>
        </p:nvSpPr>
        <p:spPr>
          <a:xfrm>
            <a:off x="12957903" y="8628619"/>
            <a:ext cx="623888" cy="551973"/>
          </a:xfrm>
          <a:prstGeom prst="smileyFace">
            <a:avLst>
              <a:gd name="adj" fmla="val 146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endParaRPr lang="en-US" sz="1050" b="1" dirty="0">
              <a:solidFill>
                <a:srgbClr val="000000"/>
              </a:solidFill>
            </a:endParaRPr>
          </a:p>
          <a:p>
            <a:pPr algn="ctr"/>
            <a:endParaRPr lang="en-US" sz="1050" b="1" dirty="0">
              <a:solidFill>
                <a:srgbClr val="000000"/>
              </a:solidFill>
            </a:endParaRPr>
          </a:p>
          <a:p>
            <a:pPr algn="ctr"/>
            <a:endParaRPr lang="en-US" sz="1050" b="1" dirty="0">
              <a:solidFill>
                <a:srgbClr val="000000"/>
              </a:solidFill>
            </a:endParaRPr>
          </a:p>
          <a:p>
            <a:pPr algn="ctr"/>
            <a:r>
              <a:rPr sz="1050" b="1" dirty="0">
                <a:solidFill>
                  <a:srgbClr val="000000"/>
                </a:solidFill>
              </a:rPr>
              <a:t>Client Applications</a:t>
            </a:r>
          </a:p>
        </p:txBody>
      </p:sp>
      <p:cxnSp>
        <p:nvCxnSpPr>
          <p:cNvPr id="48" name="Connector 47"/>
          <p:cNvCxnSpPr>
            <a:cxnSpLocks/>
            <a:stCxn id="40" idx="3"/>
            <a:endCxn id="52" idx="0"/>
          </p:cNvCxnSpPr>
          <p:nvPr/>
        </p:nvCxnSpPr>
        <p:spPr>
          <a:xfrm rot="16200000" flipH="1">
            <a:off x="8950061" y="8436697"/>
            <a:ext cx="618554" cy="566878"/>
          </a:xfrm>
          <a:prstGeom prst="curved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cxnSpLocks/>
            <a:stCxn id="47" idx="4"/>
            <a:endCxn id="52" idx="4"/>
          </p:cNvCxnSpPr>
          <p:nvPr/>
        </p:nvCxnSpPr>
        <p:spPr>
          <a:xfrm rot="5400000">
            <a:off x="12020171" y="8816254"/>
            <a:ext cx="885338" cy="1614015"/>
          </a:xfrm>
          <a:prstGeom prst="curvedConnector2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417367" y="9773559"/>
            <a:ext cx="11049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rgbClr val="000000"/>
                </a:solidFill>
              </a:rPr>
              <a:t>HTTP + X-API-Key</a:t>
            </a:r>
          </a:p>
        </p:txBody>
      </p:sp>
      <p:cxnSp>
        <p:nvCxnSpPr>
          <p:cNvPr id="51" name="Connector 50"/>
          <p:cNvCxnSpPr>
            <a:cxnSpLocks/>
            <a:stCxn id="43" idx="5"/>
            <a:endCxn id="52" idx="2"/>
          </p:cNvCxnSpPr>
          <p:nvPr/>
        </p:nvCxnSpPr>
        <p:spPr>
          <a:xfrm>
            <a:off x="3830117" y="8587245"/>
            <a:ext cx="3389840" cy="1478685"/>
          </a:xfrm>
          <a:prstGeom prst="curvedConnector3">
            <a:avLst>
              <a:gd name="adj1" fmla="val 50000"/>
            </a:avLst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453129" y="9657587"/>
            <a:ext cx="908494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/meters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90712" y="9657587"/>
            <a:ext cx="1014031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/readings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42405" y="9657587"/>
            <a:ext cx="1304829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/usage-points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48461" y="10327467"/>
            <a:ext cx="1029176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/analytics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09679" y="10327467"/>
            <a:ext cx="1636680" cy="447389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0000"/>
                </a:solidFill>
              </a:rPr>
              <a:t>/delivery-promises</a:t>
            </a:r>
          </a:p>
        </p:txBody>
      </p:sp>
      <p:cxnSp>
        <p:nvCxnSpPr>
          <p:cNvPr id="9" name="Connector 8"/>
          <p:cNvCxnSpPr>
            <a:cxnSpLocks/>
            <a:stCxn id="5" idx="2"/>
            <a:endCxn id="15" idx="0"/>
          </p:cNvCxnSpPr>
          <p:nvPr/>
        </p:nvCxnSpPr>
        <p:spPr>
          <a:xfrm>
            <a:off x="5612280" y="1634774"/>
            <a:ext cx="1122140" cy="80886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  <a:stCxn id="6" idx="2"/>
            <a:endCxn id="17" idx="0"/>
          </p:cNvCxnSpPr>
          <p:nvPr/>
        </p:nvCxnSpPr>
        <p:spPr>
          <a:xfrm flipH="1">
            <a:off x="8124689" y="1634774"/>
            <a:ext cx="2758630" cy="80886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stCxn id="7" idx="2"/>
          </p:cNvCxnSpPr>
          <p:nvPr/>
        </p:nvCxnSpPr>
        <p:spPr>
          <a:xfrm>
            <a:off x="7355259" y="1634774"/>
            <a:ext cx="769382" cy="77066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stCxn id="8" idx="2"/>
            <a:endCxn id="17" idx="0"/>
          </p:cNvCxnSpPr>
          <p:nvPr/>
        </p:nvCxnSpPr>
        <p:spPr>
          <a:xfrm flipH="1">
            <a:off x="8124689" y="1634774"/>
            <a:ext cx="970073" cy="80886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5" idx="2"/>
            <a:endCxn id="16" idx="0"/>
          </p:cNvCxnSpPr>
          <p:nvPr/>
        </p:nvCxnSpPr>
        <p:spPr>
          <a:xfrm flipH="1">
            <a:off x="5611231" y="1634774"/>
            <a:ext cx="1049" cy="80886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100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 moran</cp:lastModifiedBy>
  <cp:revision>1</cp:revision>
  <dcterms:created xsi:type="dcterms:W3CDTF">2013-01-27T09:14:16Z</dcterms:created>
  <dcterms:modified xsi:type="dcterms:W3CDTF">2026-02-18T16:41:13Z</dcterms:modified>
  <cp:category/>
</cp:coreProperties>
</file>