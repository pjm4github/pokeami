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48875" cy="81248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quence_get_r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48875" cy="8124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4972" y="143827"/>
            <a:ext cx="211073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PokeAMI — Get Meter Readings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2049" y="777430"/>
            <a:ext cx="1763934" cy="456914"/>
          </a:xfrm>
          <a:prstGeom prst="roundRect">
            <a:avLst>
              <a:gd name="adj" fmla="val 2084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API Router
(/meters/{id}/readings)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448" y="777430"/>
            <a:ext cx="944499" cy="456914"/>
          </a:xfrm>
          <a:prstGeom prst="roundRect">
            <a:avLst>
              <a:gd name="adj" fmla="val 2084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Auth
(X-API-Key)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01412" y="939355"/>
            <a:ext cx="1233297" cy="294989"/>
          </a:xfrm>
          <a:prstGeom prst="roundRect">
            <a:avLst>
              <a:gd name="adj" fmla="val 32289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3933" y="777430"/>
            <a:ext cx="1076610" cy="456914"/>
          </a:xfrm>
          <a:prstGeom prst="roundRect">
            <a:avLst>
              <a:gd name="adj" fmla="val 2084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MDM
(VEE Pipeline)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71800" y="777430"/>
            <a:ext cx="722376" cy="456914"/>
          </a:xfrm>
          <a:prstGeom prst="roundRect">
            <a:avLst>
              <a:gd name="adj" fmla="val 2084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Headend
(HES)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2049" y="7336155"/>
            <a:ext cx="1763934" cy="456914"/>
          </a:xfrm>
          <a:prstGeom prst="roundRect">
            <a:avLst>
              <a:gd name="adj" fmla="val 2084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API Router
(/meters/{id}/readings)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1448" y="7336155"/>
            <a:ext cx="944499" cy="456914"/>
          </a:xfrm>
          <a:prstGeom prst="roundRect">
            <a:avLst>
              <a:gd name="adj" fmla="val 2084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Auth
(X-API-Key)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1412" y="7336155"/>
            <a:ext cx="1233297" cy="294989"/>
          </a:xfrm>
          <a:prstGeom prst="roundRect">
            <a:avLst>
              <a:gd name="adj" fmla="val 32289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3933" y="7336155"/>
            <a:ext cx="1076610" cy="456914"/>
          </a:xfrm>
          <a:prstGeom prst="roundRect">
            <a:avLst>
              <a:gd name="adj" fmla="val 2084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MDM
(VEE Pipeline)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1800" y="7336155"/>
            <a:ext cx="722376" cy="456914"/>
          </a:xfrm>
          <a:prstGeom prst="roundRect">
            <a:avLst>
              <a:gd name="adj" fmla="val 2084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Headend
(HES)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39" y="1243965"/>
            <a:ext cx="0" cy="6101715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97492" y="1243965"/>
            <a:ext cx="0" cy="6101715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37792" y="1243965"/>
            <a:ext cx="0" cy="6101715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10440" y="1243965"/>
            <a:ext cx="0" cy="6101715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16761" y="1243965"/>
            <a:ext cx="0" cy="6101715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23844" y="1243965"/>
            <a:ext cx="0" cy="6101715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4896" y="1696783"/>
            <a:ext cx="2432114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-78771" y="1577720"/>
            <a:ext cx="32194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GET /api/v1/meters/{id}/readings
?validated_only=true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04064" y="1980342"/>
            <a:ext cx="1582579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85754" y="1861280"/>
            <a:ext cx="12192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 X-API-Key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851689" y="2263806"/>
            <a:ext cx="1582579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04854" y="2144744"/>
            <a:ext cx="4762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04064" y="2998279"/>
            <a:ext cx="2956941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815560" y="2879216"/>
            <a:ext cx="49339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get_meter_readings(
meter_mrid, start, end,
reading_type_mrid,
validated_only=True)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18060" y="3667982"/>
            <a:ext cx="1747076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53323" y="3548919"/>
            <a:ext cx="28765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get_validated_readings(
meter_mrid, start, end)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22190" y="4101846"/>
            <a:ext cx="1753743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75087" y="3982783"/>
            <a:ext cx="26479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get_meter_readings(
meter_mrid, start, end)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669815" y="4385310"/>
            <a:ext cx="1753648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37039" y="4266247"/>
            <a:ext cx="12192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MeterReading[]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22190" y="5119782"/>
            <a:ext cx="399669" cy="12363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97875" y="5062537"/>
            <a:ext cx="5448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apply VEE pipeline:
1. Validate (range, spike)
2. Estimate (interpolate)
3. Edit (flag mgmt)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865685" y="5526976"/>
            <a:ext cx="174698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58125" y="5407914"/>
            <a:ext cx="15621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validated MeterReading[]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18060" y="6107049"/>
            <a:ext cx="3557873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73022" y="5987986"/>
            <a:ext cx="26479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get_meter_readings(
meter_mrid, start, end)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865685" y="6390513"/>
            <a:ext cx="3557778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34974" y="6271450"/>
            <a:ext cx="12192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MeterReading[]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2851689" y="6740556"/>
            <a:ext cx="2956846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834812" y="6621494"/>
            <a:ext cx="990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MeterReading[]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362426" y="7174420"/>
            <a:ext cx="2432113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97383" y="7055358"/>
            <a:ext cx="23622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PaginatedResponse&lt;MeterReading&gt;
200 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3882" y="3151155"/>
            <a:ext cx="47625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3387" y="3160585"/>
            <a:ext cx="150495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[validated_only = true]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58727" y="5613177"/>
            <a:ext cx="156210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[validated_only = false]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11102" y="5612606"/>
            <a:ext cx="4973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