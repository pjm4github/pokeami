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296650" cy="111061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quence_star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296650" cy="111061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73246" y="143922"/>
            <a:ext cx="217932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</a:rPr>
              <a:t>PokeAMI — Application Startup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0309" y="501872"/>
            <a:ext cx="745426" cy="457104"/>
          </a:xfrm>
          <a:prstGeom prst="roundRect">
            <a:avLst>
              <a:gd name="adj" fmla="val 20837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main.py
(uvicorn)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47787" y="501872"/>
            <a:ext cx="686943" cy="457104"/>
          </a:xfrm>
          <a:prstGeom prst="roundRect">
            <a:avLst>
              <a:gd name="adj" fmla="val 20837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FastAPI
Lifespan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11970" y="663797"/>
            <a:ext cx="1233392" cy="295084"/>
          </a:xfrm>
          <a:prstGeom prst="roundRect">
            <a:avLst>
              <a:gd name="adj" fmla="val 3227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SimulatorEngine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98301" y="663797"/>
            <a:ext cx="809720" cy="295084"/>
          </a:xfrm>
          <a:prstGeom prst="roundRect">
            <a:avLst>
              <a:gd name="adj" fmla="val 3227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MeterPark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82449" y="663797"/>
            <a:ext cx="1121949" cy="295084"/>
          </a:xfrm>
          <a:prstGeom prst="roundRect">
            <a:avLst>
              <a:gd name="adj" fmla="val 3227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DataGenerator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790" y="501872"/>
            <a:ext cx="722471" cy="457104"/>
          </a:xfrm>
          <a:prstGeom prst="roundRect">
            <a:avLst>
              <a:gd name="adj" fmla="val 20837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Headend
(HES)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7821" y="663797"/>
            <a:ext cx="460438" cy="295084"/>
          </a:xfrm>
          <a:prstGeom prst="roundRect">
            <a:avLst>
              <a:gd name="adj" fmla="val 3227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MDM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83819" y="663797"/>
            <a:ext cx="1258252" cy="295084"/>
          </a:xfrm>
          <a:prstGeom prst="roundRect">
            <a:avLst>
              <a:gd name="adj" fmla="val 3227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DeliveryManager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0309" y="10599324"/>
            <a:ext cx="745426" cy="457104"/>
          </a:xfrm>
          <a:prstGeom prst="roundRect">
            <a:avLst>
              <a:gd name="adj" fmla="val 20837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main.py
(uvicorn)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47787" y="10599324"/>
            <a:ext cx="686943" cy="457104"/>
          </a:xfrm>
          <a:prstGeom prst="roundRect">
            <a:avLst>
              <a:gd name="adj" fmla="val 20837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FastAPI
Lifespan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1970" y="10599324"/>
            <a:ext cx="1233392" cy="295084"/>
          </a:xfrm>
          <a:prstGeom prst="roundRect">
            <a:avLst>
              <a:gd name="adj" fmla="val 3227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SimulatorEngine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8301" y="10599324"/>
            <a:ext cx="809720" cy="295084"/>
          </a:xfrm>
          <a:prstGeom prst="roundRect">
            <a:avLst>
              <a:gd name="adj" fmla="val 3227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MeterPark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82449" y="10599324"/>
            <a:ext cx="1121949" cy="295084"/>
          </a:xfrm>
          <a:prstGeom prst="roundRect">
            <a:avLst>
              <a:gd name="adj" fmla="val 3227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DataGenerator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790" y="10599324"/>
            <a:ext cx="722471" cy="457104"/>
          </a:xfrm>
          <a:prstGeom prst="roundRect">
            <a:avLst>
              <a:gd name="adj" fmla="val 20837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Headend
(HES)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7821" y="10599324"/>
            <a:ext cx="460438" cy="295084"/>
          </a:xfrm>
          <a:prstGeom prst="roundRect">
            <a:avLst>
              <a:gd name="adj" fmla="val 3227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MDM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83819" y="10599324"/>
            <a:ext cx="1258252" cy="295084"/>
          </a:xfrm>
          <a:prstGeom prst="roundRect">
            <a:avLst>
              <a:gd name="adj" fmla="val 3227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DeliveryManager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1498" y="968502"/>
            <a:ext cx="0" cy="964025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90401" y="968502"/>
            <a:ext cx="0" cy="964025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21094" y="968502"/>
            <a:ext cx="0" cy="964025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98065" y="968502"/>
            <a:ext cx="0" cy="964025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34423" y="968502"/>
            <a:ext cx="0" cy="964025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81929" y="968502"/>
            <a:ext cx="0" cy="964025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6230" y="968502"/>
            <a:ext cx="0" cy="964025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11897" y="968502"/>
            <a:ext cx="0" cy="964025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3022" y="1271206"/>
            <a:ext cx="1071182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1888" y="1152144"/>
            <a:ext cx="9334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startup event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691259" y="2005774"/>
            <a:ext cx="1680305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21611" y="1886712"/>
            <a:ext cx="44196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create SimulatorEngine(
meter_count=50,
data_days=30,
interval_minutes=15)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428714" y="2289333"/>
            <a:ext cx="1617345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570636" y="2170271"/>
            <a:ext cx="13335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create MeterPark(50)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103209" y="3174396"/>
            <a:ext cx="399669" cy="12373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436143" y="3117199"/>
            <a:ext cx="3733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generate fleet:
40% E350
30% E360
20% S4x/E650
10% E660/Revelo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103209" y="3732085"/>
            <a:ext cx="399669" cy="12373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264818" y="3674887"/>
            <a:ext cx="20764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create UsagePoints
with addresses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3476244" y="4139469"/>
            <a:ext cx="1617440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589639" y="4020407"/>
            <a:ext cx="13906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meters + usage_points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428714" y="4423029"/>
            <a:ext cx="2957608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83618" y="4303966"/>
            <a:ext cx="1447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create DataGenerator()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428714" y="4856988"/>
            <a:ext cx="5105209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828794" y="4737925"/>
            <a:ext cx="23050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create Headend(
meter_park, data_gen)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428714" y="5140547"/>
            <a:ext cx="5982271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781675" y="5021484"/>
            <a:ext cx="12763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create MDM(headend)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428714" y="5574506"/>
            <a:ext cx="7127176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96877" y="5455443"/>
            <a:ext cx="29908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create DeliveryManager(
meter_park, headend, mdm)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691259" y="5858065"/>
            <a:ext cx="1680305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093261" y="5739003"/>
            <a:ext cx="8763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initialize()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428714" y="6442424"/>
            <a:ext cx="5105209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571619" y="6323361"/>
            <a:ext cx="28194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initialize(
data_days=30,
interval_minutes=15)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6491097" y="7262812"/>
            <a:ext cx="2090451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440822" y="7143750"/>
            <a:ext cx="4191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generate_meter_readings(
meter, is_solar,
data_days, interval_minutes)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443472" y="7847076"/>
            <a:ext cx="399669" cy="12372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633531" y="7789878"/>
            <a:ext cx="40195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generate load curves:
residential duck curve
or C&amp;I weekday/weekend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443472" y="8705469"/>
            <a:ext cx="399669" cy="12372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005006" y="8648271"/>
            <a:ext cx="32766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inject quality:
2% estimated
0.5% suspect
0.2% missing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443472" y="9112758"/>
            <a:ext cx="2090451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993397" y="8993695"/>
            <a:ext cx="9906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MeterReading[]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3476244" y="9462992"/>
            <a:ext cx="5105304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647896" y="9343929"/>
            <a:ext cx="762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data ready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1738884" y="9746551"/>
            <a:ext cx="1680305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169461" y="9627489"/>
            <a:ext cx="8191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initialized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691259" y="10030206"/>
            <a:ext cx="399669" cy="12372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281493" y="9973008"/>
            <a:ext cx="12192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store on app.state</a:t>
            </a:r>
          </a:p>
        </p:txBody>
      </p:sp>
      <p:cxnSp>
        <p:nvCxnSpPr>
          <p:cNvPr id="66" name="Connector 65"/>
          <p:cNvCxnSpPr/>
          <p:nvPr/>
        </p:nvCxnSpPr>
        <p:spPr>
          <a:xfrm flipH="1">
            <a:off x="610647" y="10437495"/>
            <a:ext cx="1071087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50890" y="10318432"/>
            <a:ext cx="9906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ready to serve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34824" y="6595395"/>
            <a:ext cx="476250" cy="238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loop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61867" y="6604825"/>
            <a:ext cx="1104900" cy="238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[for each meter]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